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463040"/>
            <a:ext cx="3291840" cy="3291840"/>
          </a:xfrm>
          <a:prstGeom prst="ellipse">
            <a:avLst/>
          </a:prstGeom>
          <a:solidFill>
            <a:srgbClr val="F5DED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212080"/>
            <a:ext cx="3291840" cy="3291840"/>
          </a:xfrm>
          <a:prstGeom prst="ellipse">
            <a:avLst/>
          </a:prstGeom>
          <a:solidFill>
            <a:srgbClr val="F5DED4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331720"/>
            <a:ext cx="1005840" cy="1005840"/>
          </a:xfrm>
          <a:prstGeom prst="roundRect">
            <a:avLst>
              <a:gd name="adj" fmla="val 23636"/>
            </a:avLst>
          </a:prstGeom>
          <a:solidFill>
            <a:srgbClr val="B85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240280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Desk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Academic Companion App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36118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calm desk for the whole college day — timetable, attendance, tasks and notices, together.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74520" y="4343400"/>
            <a:ext cx="4142232" cy="384048"/>
          </a:xfrm>
          <a:prstGeom prst="roundRect">
            <a:avLst>
              <a:gd name="adj" fmla="val 50000"/>
            </a:avLst>
          </a:prstGeom>
          <a:solidFill>
            <a:srgbClr val="F5DED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74520" y="4343400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4343400"/>
            <a:ext cx="2935224" cy="384048"/>
          </a:xfrm>
          <a:prstGeom prst="roundRect">
            <a:avLst>
              <a:gd name="adj" fmla="val 50000"/>
            </a:avLst>
          </a:prstGeom>
          <a:solidFill>
            <a:srgbClr val="F5DE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99632" y="4343400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17736" y="4343400"/>
            <a:ext cx="2532888" cy="384048"/>
          </a:xfrm>
          <a:prstGeom prst="roundRect">
            <a:avLst>
              <a:gd name="adj" fmla="val 50000"/>
            </a:avLst>
          </a:prstGeom>
          <a:solidFill>
            <a:srgbClr val="F5DE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17736" y="4343400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Run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50292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maintained by Sanghpal Bhakte &amp; Siddesh Keware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53218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202501128002, 202501128021   ·   campusos-83365.web.app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DE1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19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Desk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463040"/>
            <a:ext cx="3291840" cy="3291840"/>
          </a:xfrm>
          <a:prstGeom prst="ellipse">
            <a:avLst/>
          </a:prstGeom>
          <a:solidFill>
            <a:srgbClr val="F5DED4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97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1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32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88720" cy="0"/>
          </a:xfrm>
          <a:prstGeom prst="line">
            <a:avLst/>
          </a:prstGeom>
          <a:noFill/>
          <a:ln w="31750">
            <a:solidFill>
              <a:srgbClr val="D17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11094415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life is scattered across different places — the timetable lives in a WhatsApp photo, attendance is counted by hand, and deadlines are remembered from memory or a paper diary.</a:t>
            </a:r>
            <a:endParaRPr lang="en-US" sz="17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 tracking is error-prone, and most students only realise they're short right before it becomes a real problem.</a:t>
            </a:r>
            <a:endParaRPr lang="en-US" sz="17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out an entire semester's timetable by hand is tedious, so most students simply never do it.</a:t>
            </a:r>
            <a:endParaRPr lang="en-US" sz="17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college ERP portals are slow, need a fresh login every time, and stop working the moment the connection drops.</a:t>
            </a:r>
            <a:endParaRPr lang="en-US" sz="17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single, free tool that keeps one student's schedule, attendance, tasks and notices together in one place.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5DE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8920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need five different tools — they need one calm desk.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DE1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9855" y="6419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Desk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185855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463040"/>
            <a:ext cx="3291840" cy="3291840"/>
          </a:xfrm>
          <a:prstGeom prst="ellipse">
            <a:avLst/>
          </a:prstGeom>
          <a:solidFill>
            <a:srgbClr val="F5DED4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97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1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32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88720" cy="0"/>
          </a:xfrm>
          <a:prstGeom prst="line">
            <a:avLst/>
          </a:prstGeom>
          <a:noFill/>
          <a:ln w="31750">
            <a:solidFill>
              <a:srgbClr val="D17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11094415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Progressive Web App that brings timetable, attendance, tasks and notices into a single, calm “Today” view.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import their timetable by scanning a photo instead of typing out every class by hand.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subject its own hub — schedule, notes and study links in one place, instead of scattered chats and folders.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 students about classes and deadlines even when the app is closed, not only while it's open in a tab.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quick access to the college ERP portal and a running changelog right on the Notice Board.</a:t>
            </a:r>
            <a:endParaRPr lang="en-US" sz="15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whole project free to run and free to use — no subscriptions, no paid backend, no ads.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B85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every student a single, offline-first digital desk for their entire academic day.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DE1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9855" y="6419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Desk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185855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463040"/>
            <a:ext cx="3291840" cy="3291840"/>
          </a:xfrm>
          <a:prstGeom prst="ellipse">
            <a:avLst/>
          </a:prstGeom>
          <a:solidFill>
            <a:srgbClr val="F5DED4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97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1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32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88720" cy="0"/>
          </a:xfrm>
          <a:prstGeom prst="line">
            <a:avLst/>
          </a:prstGeom>
          <a:noFill/>
          <a:ln w="31750">
            <a:solidFill>
              <a:srgbClr val="D17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486140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&amp; vanilla JavaScript — no heavy framework, kept deliberately lightweight.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+ Web App Manifest — installs like a native app, works fully offline.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— Firestore for optional cloud sync, Hosting for deployment, Cloud Messaging for push.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runs the background notification job on a free schedule, no paid backend.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version control.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4448" y="1874520"/>
            <a:ext cx="5318608" cy="4343400"/>
          </a:xfrm>
          <a:prstGeom prst="roundRect">
            <a:avLst>
              <a:gd name="adj" fmla="val 2526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210312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6140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grounded in real day-to-day student pain points.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iteratively, one feature at a time — timetable → attendance → tasks → notices → notifications.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Deterministic-first logic: attendance math and OCR parsing rely on deterministic rules first, AI only as a fallback.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regression test suite plus Playwright visual &amp; PWA smoke tests run before every release.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A4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live app personally, every day — real usage caught real bugs.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DE1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899855" y="6419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Desk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85855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463040"/>
            <a:ext cx="3291840" cy="3291840"/>
          </a:xfrm>
          <a:prstGeom prst="ellipse">
            <a:avLst/>
          </a:prstGeom>
          <a:solidFill>
            <a:srgbClr val="F5DED4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97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DAY ACTUALLY FLOWS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1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32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Process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88720" cy="0"/>
          </a:xfrm>
          <a:prstGeom prst="line">
            <a:avLst/>
          </a:prstGeom>
          <a:noFill/>
          <a:ln w="31750">
            <a:solidFill>
              <a:srgbClr val="D17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2622728" cy="2011680"/>
          </a:xfrm>
          <a:prstGeom prst="roundRect">
            <a:avLst>
              <a:gd name="adj" fmla="val 4545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384048" cy="384048"/>
          </a:xfrm>
          <a:prstGeom prst="ellipse">
            <a:avLst/>
          </a:prstGeom>
          <a:solidFill>
            <a:srgbClr val="D17A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532888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desk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880360"/>
            <a:ext cx="229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opens Clarity Desk and lands straight on the “Today” view.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72536" y="1874520"/>
            <a:ext cx="2622728" cy="2011680"/>
          </a:xfrm>
          <a:prstGeom prst="roundRect">
            <a:avLst>
              <a:gd name="adj" fmla="val 4545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5416" y="2057400"/>
            <a:ext cx="384048" cy="384048"/>
          </a:xfrm>
          <a:prstGeom prst="ellipse">
            <a:avLst/>
          </a:prstGeom>
          <a:solidFill>
            <a:srgbClr val="D17A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5541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37128" y="2532888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37128" y="2880360"/>
            <a:ext cx="229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batch &amp; semester are set once, so every view is already filtered.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6432" y="1874520"/>
            <a:ext cx="2622728" cy="2011680"/>
          </a:xfrm>
          <a:prstGeom prst="roundRect">
            <a:avLst>
              <a:gd name="adj" fmla="val 4545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9312" y="2057400"/>
            <a:ext cx="384048" cy="384048"/>
          </a:xfrm>
          <a:prstGeom prst="ellipse">
            <a:avLst/>
          </a:prstGeom>
          <a:solidFill>
            <a:srgbClr val="D17A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931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61024" y="2532888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timetable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61024" y="2880360"/>
            <a:ext cx="229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class-schedule photo (OCR) or load a sample template.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20327" y="1874520"/>
            <a:ext cx="2622728" cy="2011680"/>
          </a:xfrm>
          <a:prstGeom prst="roundRect">
            <a:avLst>
              <a:gd name="adj" fmla="val 4545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3207" y="2057400"/>
            <a:ext cx="384048" cy="384048"/>
          </a:xfrm>
          <a:prstGeom prst="ellipse">
            <a:avLst/>
          </a:prstGeom>
          <a:solidFill>
            <a:srgbClr val="D17A5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03207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84919" y="2532888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Subject Hub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84919" y="2880360"/>
            <a:ext cx="229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opens its own hub — a single place for notes, links and quick logs for that subject.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087368"/>
            <a:ext cx="2622728" cy="2011680"/>
          </a:xfrm>
          <a:prstGeom prst="roundRect">
            <a:avLst>
              <a:gd name="adj" fmla="val 4545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270248"/>
            <a:ext cx="384048" cy="384048"/>
          </a:xfrm>
          <a:prstGeom prst="ellipse">
            <a:avLst/>
          </a:prstGeom>
          <a:solidFill>
            <a:srgbClr val="D17A5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745736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tasks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5093208"/>
            <a:ext cx="229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 with due dates; overdue items surface straight on the dashboard.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72536" y="4087368"/>
            <a:ext cx="2622728" cy="2011680"/>
          </a:xfrm>
          <a:prstGeom prst="roundRect">
            <a:avLst>
              <a:gd name="adj" fmla="val 4545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55416" y="4270248"/>
            <a:ext cx="384048" cy="384048"/>
          </a:xfrm>
          <a:prstGeom prst="ellipse">
            <a:avLst/>
          </a:prstGeom>
          <a:solidFill>
            <a:srgbClr val="D17A5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55416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537128" y="4745736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notices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537128" y="5093208"/>
            <a:ext cx="229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exam/academic notices, a one-tap ERP portal link, and a Dev Notes changelog.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96432" y="4087368"/>
            <a:ext cx="2622728" cy="2011680"/>
          </a:xfrm>
          <a:prstGeom prst="roundRect">
            <a:avLst>
              <a:gd name="adj" fmla="val 4545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79312" y="4270248"/>
            <a:ext cx="384048" cy="384048"/>
          </a:xfrm>
          <a:prstGeom prst="ellipse">
            <a:avLst/>
          </a:prstGeom>
          <a:solidFill>
            <a:srgbClr val="D17A5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79312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361024" y="4745736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data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361024" y="5093208"/>
            <a:ext cx="229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saves locally first; optional Firebase sync mirrors it across the student's own devices.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20327" y="4087368"/>
            <a:ext cx="2622728" cy="2011680"/>
          </a:xfrm>
          <a:prstGeom prst="roundRect">
            <a:avLst>
              <a:gd name="adj" fmla="val 4545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03207" y="4270248"/>
            <a:ext cx="384048" cy="384048"/>
          </a:xfrm>
          <a:prstGeom prst="ellipse">
            <a:avLst/>
          </a:prstGeom>
          <a:solidFill>
            <a:srgbClr val="D17A5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203207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9184919" y="4745736"/>
            <a:ext cx="229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reminded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184919" y="5093208"/>
            <a:ext cx="2293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GitHub Actions job pushes class/deadline reminders even when the app is closed.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DE1D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Process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899855" y="6419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Desk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1185855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463040"/>
            <a:ext cx="3291840" cy="3291840"/>
          </a:xfrm>
          <a:prstGeom prst="ellipse">
            <a:avLst/>
          </a:prstGeom>
          <a:solidFill>
            <a:srgbClr val="F5DED4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97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ACTUALLY USED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1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32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88720" cy="0"/>
          </a:xfrm>
          <a:prstGeom prst="line">
            <a:avLst/>
          </a:prstGeom>
          <a:noFill/>
          <a:ln w="31750">
            <a:solidFill>
              <a:srgbClr val="D17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every day, for the whole academic routine: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87188" cy="1234440"/>
          </a:xfrm>
          <a:prstGeom prst="roundRect">
            <a:avLst>
              <a:gd name="adj" fmla="val 7407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14016"/>
            <a:ext cx="73152" cy="1069848"/>
          </a:xfrm>
          <a:prstGeom prst="rect">
            <a:avLst/>
          </a:prstGeom>
          <a:solidFill>
            <a:srgbClr val="D17A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59736"/>
            <a:ext cx="48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dashboard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88920"/>
            <a:ext cx="48842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 at today's classes, pending tasks and what needs attention.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5868" y="2331720"/>
            <a:ext cx="5387188" cy="1234440"/>
          </a:xfrm>
          <a:prstGeom prst="roundRect">
            <a:avLst>
              <a:gd name="adj" fmla="val 7407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2414016"/>
            <a:ext cx="73152" cy="1069848"/>
          </a:xfrm>
          <a:prstGeom prst="rect">
            <a:avLst/>
          </a:prstGeom>
          <a:solidFill>
            <a:srgbClr val="D17A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0188" y="2459736"/>
            <a:ext cx="48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Vault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30188" y="2788920"/>
            <a:ext cx="48842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notes, links and resources — organized and one tap away.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387188" cy="1234440"/>
          </a:xfrm>
          <a:prstGeom prst="roundRect">
            <a:avLst>
              <a:gd name="adj" fmla="val 7407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31336"/>
            <a:ext cx="73152" cy="1069848"/>
          </a:xfrm>
          <a:prstGeom prst="rect">
            <a:avLst/>
          </a:prstGeom>
          <a:solidFill>
            <a:srgbClr val="D17A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877056"/>
            <a:ext cx="48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Desk assistant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06240"/>
            <a:ext cx="48842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assistant that answers only from the student's real data — zero hallucinated numbers.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55868" y="3749040"/>
            <a:ext cx="5387188" cy="1234440"/>
          </a:xfrm>
          <a:prstGeom prst="roundRect">
            <a:avLst>
              <a:gd name="adj" fmla="val 7407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5868" y="3831336"/>
            <a:ext cx="73152" cy="1069848"/>
          </a:xfrm>
          <a:prstGeom prst="rect">
            <a:avLst/>
          </a:prstGeom>
          <a:solidFill>
            <a:srgbClr val="D17A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0188" y="3877056"/>
            <a:ext cx="48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tracking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530188" y="4206240"/>
            <a:ext cx="48842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missed because it was never written down.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5387188" cy="1234440"/>
          </a:xfrm>
          <a:prstGeom prst="roundRect">
            <a:avLst>
              <a:gd name="adj" fmla="val 7407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248656"/>
            <a:ext cx="73152" cy="1069848"/>
          </a:xfrm>
          <a:prstGeom prst="rect">
            <a:avLst/>
          </a:prstGeom>
          <a:solidFill>
            <a:srgbClr val="D17A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294376"/>
            <a:ext cx="48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access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623560"/>
            <a:ext cx="48842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class, in the hostel, anywhere with no signal.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55868" y="5166360"/>
            <a:ext cx="5387188" cy="1234440"/>
          </a:xfrm>
          <a:prstGeom prst="roundRect">
            <a:avLst>
              <a:gd name="adj" fmla="val 7407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55868" y="5248656"/>
            <a:ext cx="73152" cy="1069848"/>
          </a:xfrm>
          <a:prstGeom prst="rect">
            <a:avLst/>
          </a:prstGeom>
          <a:solidFill>
            <a:srgbClr val="D17A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0188" y="5294376"/>
            <a:ext cx="48842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everywhere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530188" y="5623560"/>
            <a:ext cx="48842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like a native app on phone or laptop, at zero cost to run.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DE1D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899855" y="6419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Desk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185855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-1463040"/>
            <a:ext cx="3291840" cy="3291840"/>
          </a:xfrm>
          <a:prstGeom prst="ellipse">
            <a:avLst/>
          </a:prstGeom>
          <a:solidFill>
            <a:srgbClr val="F5DED4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A97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1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32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Actual Project — Clarity Desk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88720" cy="0"/>
          </a:xfrm>
          <a:prstGeom prst="line">
            <a:avLst/>
          </a:prstGeom>
          <a:noFill/>
          <a:ln w="31750">
            <a:solidFill>
              <a:srgbClr val="D17A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campusos-83365.web.app — installable, works offline, and runs entirely on free-tier infrastructure at $0/month.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" y="2276856"/>
            <a:ext cx="5474056" cy="3767328"/>
          </a:xfrm>
          <a:prstGeom prst="roundRect">
            <a:avLst>
              <a:gd name="adj" fmla="val 1942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pic>
        <p:nvPicPr>
          <p:cNvPr id="8" name="Image 0" descr="assets/today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9861"/>
            <a:ext cx="5364328" cy="356131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062472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Today desk — live view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23864" y="2276856"/>
            <a:ext cx="5474056" cy="3767328"/>
          </a:xfrm>
          <a:prstGeom prst="roundRect">
            <a:avLst>
              <a:gd name="adj" fmla="val 1942"/>
            </a:avLst>
          </a:prstGeom>
          <a:solidFill>
            <a:srgbClr val="FBF7EE"/>
          </a:solidFill>
          <a:ln w="12700">
            <a:solidFill>
              <a:srgbClr val="DDE1D0"/>
            </a:solidFill>
            <a:prstDash val="solid"/>
          </a:ln>
        </p:spPr>
      </p:sp>
      <p:pic>
        <p:nvPicPr>
          <p:cNvPr id="11" name="Image 1" descr="assets/notice_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2484168"/>
            <a:ext cx="5364328" cy="33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78728" y="6062472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Board — ERP portal + Dev Notes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DDE1D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Actual Project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899855" y="6419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5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Desk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185855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85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80015" y="-1280160"/>
            <a:ext cx="3291840" cy="3291840"/>
          </a:xfrm>
          <a:prstGeom prst="ellipse">
            <a:avLst/>
          </a:prstGeom>
          <a:solidFill>
            <a:srgbClr val="D17A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291840" cy="3291840"/>
          </a:xfrm>
          <a:prstGeom prst="ellipse">
            <a:avLst/>
          </a:prstGeom>
          <a:solidFill>
            <a:srgbClr val="D17A5C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747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D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Desk — one calm desk for the whole college day.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campusos-83365.web.app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2026-09-14T19:38:31Z</dcterms:created>
  <dcterms:modified xsi:type="dcterms:W3CDTF">2026-09-14T19:38:31Z</dcterms:modified>
</cp:coreProperties>
</file>